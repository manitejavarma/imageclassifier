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6" r:id="rId11"/>
    <p:sldId id="272" r:id="rId12"/>
    <p:sldId id="266" r:id="rId13"/>
    <p:sldId id="267" r:id="rId14"/>
    <p:sldId id="273" r:id="rId15"/>
    <p:sldId id="271" r:id="rId16"/>
    <p:sldId id="275" r:id="rId17"/>
    <p:sldId id="268" r:id="rId18"/>
    <p:sldId id="269" r:id="rId19"/>
    <p:sldId id="270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55B4D6-75E8-48EB-AB76-5D71C55D6974}" type="doc">
      <dgm:prSet loTypeId="urn:microsoft.com/office/officeart/2008/layout/LinedList" loCatId="list" qsTypeId="urn:microsoft.com/office/officeart/2005/8/quickstyle/simple2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01728043-A3AC-4EC1-ADD5-D717FF78A30F}">
      <dgm:prSet/>
      <dgm:spPr/>
      <dgm:t>
        <a:bodyPr/>
        <a:lstStyle/>
        <a:p>
          <a:r>
            <a:rPr lang="en-US" baseline="0" dirty="0"/>
            <a:t>Linear Regression </a:t>
          </a:r>
          <a:endParaRPr lang="en-US" dirty="0"/>
        </a:p>
      </dgm:t>
    </dgm:pt>
    <dgm:pt modelId="{083FC2B8-2686-43AC-8A68-50946B195F52}" type="parTrans" cxnId="{69D6569E-CB80-4515-8F51-3BD81C135EFC}">
      <dgm:prSet/>
      <dgm:spPr/>
      <dgm:t>
        <a:bodyPr/>
        <a:lstStyle/>
        <a:p>
          <a:endParaRPr lang="en-US"/>
        </a:p>
      </dgm:t>
    </dgm:pt>
    <dgm:pt modelId="{80EA5CB8-46BB-4EA5-BC22-9C20598BA71B}" type="sibTrans" cxnId="{69D6569E-CB80-4515-8F51-3BD81C135EFC}">
      <dgm:prSet/>
      <dgm:spPr/>
      <dgm:t>
        <a:bodyPr/>
        <a:lstStyle/>
        <a:p>
          <a:endParaRPr lang="en-US"/>
        </a:p>
      </dgm:t>
    </dgm:pt>
    <dgm:pt modelId="{B58B3983-D482-403A-A130-DD476FC077BC}">
      <dgm:prSet/>
      <dgm:spPr/>
      <dgm:t>
        <a:bodyPr/>
        <a:lstStyle/>
        <a:p>
          <a:r>
            <a:rPr lang="en-US" baseline="0" dirty="0"/>
            <a:t>Polynomial Regression</a:t>
          </a:r>
          <a:endParaRPr lang="en-US" dirty="0"/>
        </a:p>
      </dgm:t>
    </dgm:pt>
    <dgm:pt modelId="{780099E3-5C8A-4333-80FF-4A30A59C1433}" type="parTrans" cxnId="{3143CBBE-8B92-422A-93C6-B187DD53F152}">
      <dgm:prSet/>
      <dgm:spPr/>
      <dgm:t>
        <a:bodyPr/>
        <a:lstStyle/>
        <a:p>
          <a:endParaRPr lang="en-US"/>
        </a:p>
      </dgm:t>
    </dgm:pt>
    <dgm:pt modelId="{ADFE5CA7-6696-4EC0-B102-4603EA4FA592}" type="sibTrans" cxnId="{3143CBBE-8B92-422A-93C6-B187DD53F152}">
      <dgm:prSet/>
      <dgm:spPr/>
      <dgm:t>
        <a:bodyPr/>
        <a:lstStyle/>
        <a:p>
          <a:endParaRPr lang="en-US"/>
        </a:p>
      </dgm:t>
    </dgm:pt>
    <dgm:pt modelId="{E62F372F-AE64-474B-861B-A4C4F6ADDFD2}">
      <dgm:prSet/>
      <dgm:spPr/>
      <dgm:t>
        <a:bodyPr/>
        <a:lstStyle/>
        <a:p>
          <a:r>
            <a:rPr lang="en-US" baseline="0" dirty="0"/>
            <a:t>Decision Trees</a:t>
          </a:r>
          <a:endParaRPr lang="en-US" dirty="0"/>
        </a:p>
      </dgm:t>
    </dgm:pt>
    <dgm:pt modelId="{E6F6AA86-CE6D-494D-92EC-B23C060BEBD6}" type="parTrans" cxnId="{6907DB76-1DBC-4D00-9765-4390444147DE}">
      <dgm:prSet/>
      <dgm:spPr/>
      <dgm:t>
        <a:bodyPr/>
        <a:lstStyle/>
        <a:p>
          <a:endParaRPr lang="en-US"/>
        </a:p>
      </dgm:t>
    </dgm:pt>
    <dgm:pt modelId="{8C59512D-68C0-4D5F-ACE0-33A83C409C59}" type="sibTrans" cxnId="{6907DB76-1DBC-4D00-9765-4390444147DE}">
      <dgm:prSet/>
      <dgm:spPr/>
      <dgm:t>
        <a:bodyPr/>
        <a:lstStyle/>
        <a:p>
          <a:endParaRPr lang="en-US"/>
        </a:p>
      </dgm:t>
    </dgm:pt>
    <dgm:pt modelId="{8AD7E166-93C8-4284-82BF-1FE2D9DF4621}">
      <dgm:prSet/>
      <dgm:spPr/>
      <dgm:t>
        <a:bodyPr/>
        <a:lstStyle/>
        <a:p>
          <a:r>
            <a:rPr lang="en-US" baseline="0" dirty="0"/>
            <a:t>Random Forest Regression</a:t>
          </a:r>
          <a:endParaRPr lang="en-US" dirty="0"/>
        </a:p>
      </dgm:t>
    </dgm:pt>
    <dgm:pt modelId="{CE1D6A8A-205D-48C8-96DC-520617F17E08}" type="parTrans" cxnId="{5E25E70B-E8F9-4BA7-8264-46B7FF8253BE}">
      <dgm:prSet/>
      <dgm:spPr/>
      <dgm:t>
        <a:bodyPr/>
        <a:lstStyle/>
        <a:p>
          <a:endParaRPr lang="en-US"/>
        </a:p>
      </dgm:t>
    </dgm:pt>
    <dgm:pt modelId="{C1723C8F-BF22-4CF8-A7F9-F9229DD98362}" type="sibTrans" cxnId="{5E25E70B-E8F9-4BA7-8264-46B7FF8253BE}">
      <dgm:prSet/>
      <dgm:spPr/>
      <dgm:t>
        <a:bodyPr/>
        <a:lstStyle/>
        <a:p>
          <a:endParaRPr lang="en-US"/>
        </a:p>
      </dgm:t>
    </dgm:pt>
    <dgm:pt modelId="{1056A815-772D-4027-BC55-36FD68E99646}">
      <dgm:prSet/>
      <dgm:spPr/>
      <dgm:t>
        <a:bodyPr/>
        <a:lstStyle/>
        <a:p>
          <a:r>
            <a:rPr lang="en-US" baseline="0" dirty="0"/>
            <a:t>SVM – SVR </a:t>
          </a:r>
          <a:endParaRPr lang="en-US" dirty="0"/>
        </a:p>
      </dgm:t>
    </dgm:pt>
    <dgm:pt modelId="{6E504CC5-E77C-4717-9BAF-208C581953C5}" type="parTrans" cxnId="{CA799F49-6EE9-4A39-BA40-EDA45BBA45E4}">
      <dgm:prSet/>
      <dgm:spPr/>
      <dgm:t>
        <a:bodyPr/>
        <a:lstStyle/>
        <a:p>
          <a:endParaRPr lang="en-US"/>
        </a:p>
      </dgm:t>
    </dgm:pt>
    <dgm:pt modelId="{71FF78B7-ED74-4C9A-9D41-B9E73D79AD11}" type="sibTrans" cxnId="{CA799F49-6EE9-4A39-BA40-EDA45BBA45E4}">
      <dgm:prSet/>
      <dgm:spPr/>
      <dgm:t>
        <a:bodyPr/>
        <a:lstStyle/>
        <a:p>
          <a:endParaRPr lang="en-US"/>
        </a:p>
      </dgm:t>
    </dgm:pt>
    <dgm:pt modelId="{DE2FA31A-A73F-4B2C-A844-2C4D7F6436BE}" type="pres">
      <dgm:prSet presAssocID="{0955B4D6-75E8-48EB-AB76-5D71C55D6974}" presName="vert0" presStyleCnt="0">
        <dgm:presLayoutVars>
          <dgm:dir/>
          <dgm:animOne val="branch"/>
          <dgm:animLvl val="lvl"/>
        </dgm:presLayoutVars>
      </dgm:prSet>
      <dgm:spPr/>
    </dgm:pt>
    <dgm:pt modelId="{B7DFB60B-A1CE-4AFF-ACFA-0DBFB27F4A55}" type="pres">
      <dgm:prSet presAssocID="{01728043-A3AC-4EC1-ADD5-D717FF78A30F}" presName="thickLine" presStyleLbl="alignNode1" presStyleIdx="0" presStyleCnt="5"/>
      <dgm:spPr/>
    </dgm:pt>
    <dgm:pt modelId="{1F829FA5-BB7A-4807-92ED-AEA7D9BE599C}" type="pres">
      <dgm:prSet presAssocID="{01728043-A3AC-4EC1-ADD5-D717FF78A30F}" presName="horz1" presStyleCnt="0"/>
      <dgm:spPr/>
    </dgm:pt>
    <dgm:pt modelId="{BB1730E8-C046-4573-9300-F49F3DA257B1}" type="pres">
      <dgm:prSet presAssocID="{01728043-A3AC-4EC1-ADD5-D717FF78A30F}" presName="tx1" presStyleLbl="revTx" presStyleIdx="0" presStyleCnt="5"/>
      <dgm:spPr/>
    </dgm:pt>
    <dgm:pt modelId="{68D7E28A-9BCB-418C-8418-6A9C25E29652}" type="pres">
      <dgm:prSet presAssocID="{01728043-A3AC-4EC1-ADD5-D717FF78A30F}" presName="vert1" presStyleCnt="0"/>
      <dgm:spPr/>
    </dgm:pt>
    <dgm:pt modelId="{8E780181-42C2-4E0F-9FEF-5D95C773B757}" type="pres">
      <dgm:prSet presAssocID="{B58B3983-D482-403A-A130-DD476FC077BC}" presName="thickLine" presStyleLbl="alignNode1" presStyleIdx="1" presStyleCnt="5"/>
      <dgm:spPr/>
    </dgm:pt>
    <dgm:pt modelId="{7CF2AB9D-AE5E-4100-A074-9C08DD4E5F5F}" type="pres">
      <dgm:prSet presAssocID="{B58B3983-D482-403A-A130-DD476FC077BC}" presName="horz1" presStyleCnt="0"/>
      <dgm:spPr/>
    </dgm:pt>
    <dgm:pt modelId="{87623F27-F654-4626-B77D-3E2CAAC5FBA0}" type="pres">
      <dgm:prSet presAssocID="{B58B3983-D482-403A-A130-DD476FC077BC}" presName="tx1" presStyleLbl="revTx" presStyleIdx="1" presStyleCnt="5"/>
      <dgm:spPr/>
    </dgm:pt>
    <dgm:pt modelId="{F51A149D-6DA0-4DF7-8D69-B2C5E1A52036}" type="pres">
      <dgm:prSet presAssocID="{B58B3983-D482-403A-A130-DD476FC077BC}" presName="vert1" presStyleCnt="0"/>
      <dgm:spPr/>
    </dgm:pt>
    <dgm:pt modelId="{CF991CE9-2486-49C6-8323-574BED766AAA}" type="pres">
      <dgm:prSet presAssocID="{E62F372F-AE64-474B-861B-A4C4F6ADDFD2}" presName="thickLine" presStyleLbl="alignNode1" presStyleIdx="2" presStyleCnt="5"/>
      <dgm:spPr/>
    </dgm:pt>
    <dgm:pt modelId="{02E94AA9-3BB5-4165-9618-D41CE4ED4E67}" type="pres">
      <dgm:prSet presAssocID="{E62F372F-AE64-474B-861B-A4C4F6ADDFD2}" presName="horz1" presStyleCnt="0"/>
      <dgm:spPr/>
    </dgm:pt>
    <dgm:pt modelId="{37DECAF6-9928-4ACD-8DA7-BEE3599E6811}" type="pres">
      <dgm:prSet presAssocID="{E62F372F-AE64-474B-861B-A4C4F6ADDFD2}" presName="tx1" presStyleLbl="revTx" presStyleIdx="2" presStyleCnt="5"/>
      <dgm:spPr/>
    </dgm:pt>
    <dgm:pt modelId="{1CF328E7-7BF0-4C19-B65F-9F6F6FD08709}" type="pres">
      <dgm:prSet presAssocID="{E62F372F-AE64-474B-861B-A4C4F6ADDFD2}" presName="vert1" presStyleCnt="0"/>
      <dgm:spPr/>
    </dgm:pt>
    <dgm:pt modelId="{DA9281FE-4B3A-4B02-B55C-3E18C8B61A03}" type="pres">
      <dgm:prSet presAssocID="{8AD7E166-93C8-4284-82BF-1FE2D9DF4621}" presName="thickLine" presStyleLbl="alignNode1" presStyleIdx="3" presStyleCnt="5"/>
      <dgm:spPr/>
    </dgm:pt>
    <dgm:pt modelId="{6513FECD-AE9E-4315-B60B-03E337347D81}" type="pres">
      <dgm:prSet presAssocID="{8AD7E166-93C8-4284-82BF-1FE2D9DF4621}" presName="horz1" presStyleCnt="0"/>
      <dgm:spPr/>
    </dgm:pt>
    <dgm:pt modelId="{2F6B08A7-201B-4745-B141-DC7014C53735}" type="pres">
      <dgm:prSet presAssocID="{8AD7E166-93C8-4284-82BF-1FE2D9DF4621}" presName="tx1" presStyleLbl="revTx" presStyleIdx="3" presStyleCnt="5"/>
      <dgm:spPr/>
    </dgm:pt>
    <dgm:pt modelId="{2AB45D0A-0BFC-4EF6-85EA-44012D72D2C9}" type="pres">
      <dgm:prSet presAssocID="{8AD7E166-93C8-4284-82BF-1FE2D9DF4621}" presName="vert1" presStyleCnt="0"/>
      <dgm:spPr/>
    </dgm:pt>
    <dgm:pt modelId="{211F0C7A-0F94-4389-BB17-6C4BC38793CE}" type="pres">
      <dgm:prSet presAssocID="{1056A815-772D-4027-BC55-36FD68E99646}" presName="thickLine" presStyleLbl="alignNode1" presStyleIdx="4" presStyleCnt="5"/>
      <dgm:spPr/>
    </dgm:pt>
    <dgm:pt modelId="{BD42FAD0-AAD9-47AC-A920-84850B6605BE}" type="pres">
      <dgm:prSet presAssocID="{1056A815-772D-4027-BC55-36FD68E99646}" presName="horz1" presStyleCnt="0"/>
      <dgm:spPr/>
    </dgm:pt>
    <dgm:pt modelId="{0A1F820B-C38B-47D8-956B-BCF62237250E}" type="pres">
      <dgm:prSet presAssocID="{1056A815-772D-4027-BC55-36FD68E99646}" presName="tx1" presStyleLbl="revTx" presStyleIdx="4" presStyleCnt="5"/>
      <dgm:spPr/>
    </dgm:pt>
    <dgm:pt modelId="{7B84161B-193D-4B2F-9B1C-C82AAD287A94}" type="pres">
      <dgm:prSet presAssocID="{1056A815-772D-4027-BC55-36FD68E99646}" presName="vert1" presStyleCnt="0"/>
      <dgm:spPr/>
    </dgm:pt>
  </dgm:ptLst>
  <dgm:cxnLst>
    <dgm:cxn modelId="{3E8AC707-5F72-4358-975C-C03D4B3DCB5C}" type="presOf" srcId="{E62F372F-AE64-474B-861B-A4C4F6ADDFD2}" destId="{37DECAF6-9928-4ACD-8DA7-BEE3599E6811}" srcOrd="0" destOrd="0" presId="urn:microsoft.com/office/officeart/2008/layout/LinedList"/>
    <dgm:cxn modelId="{5E25E70B-E8F9-4BA7-8264-46B7FF8253BE}" srcId="{0955B4D6-75E8-48EB-AB76-5D71C55D6974}" destId="{8AD7E166-93C8-4284-82BF-1FE2D9DF4621}" srcOrd="3" destOrd="0" parTransId="{CE1D6A8A-205D-48C8-96DC-520617F17E08}" sibTransId="{C1723C8F-BF22-4CF8-A7F9-F9229DD98362}"/>
    <dgm:cxn modelId="{8958E117-68AA-4577-89E3-CDF8A95B4F4D}" type="presOf" srcId="{01728043-A3AC-4EC1-ADD5-D717FF78A30F}" destId="{BB1730E8-C046-4573-9300-F49F3DA257B1}" srcOrd="0" destOrd="0" presId="urn:microsoft.com/office/officeart/2008/layout/LinedList"/>
    <dgm:cxn modelId="{CA799F49-6EE9-4A39-BA40-EDA45BBA45E4}" srcId="{0955B4D6-75E8-48EB-AB76-5D71C55D6974}" destId="{1056A815-772D-4027-BC55-36FD68E99646}" srcOrd="4" destOrd="0" parTransId="{6E504CC5-E77C-4717-9BAF-208C581953C5}" sibTransId="{71FF78B7-ED74-4C9A-9D41-B9E73D79AD11}"/>
    <dgm:cxn modelId="{3977F16F-A54B-4F28-8B91-0B5EC1759F63}" type="presOf" srcId="{B58B3983-D482-403A-A130-DD476FC077BC}" destId="{87623F27-F654-4626-B77D-3E2CAAC5FBA0}" srcOrd="0" destOrd="0" presId="urn:microsoft.com/office/officeart/2008/layout/LinedList"/>
    <dgm:cxn modelId="{6907DB76-1DBC-4D00-9765-4390444147DE}" srcId="{0955B4D6-75E8-48EB-AB76-5D71C55D6974}" destId="{E62F372F-AE64-474B-861B-A4C4F6ADDFD2}" srcOrd="2" destOrd="0" parTransId="{E6F6AA86-CE6D-494D-92EC-B23C060BEBD6}" sibTransId="{8C59512D-68C0-4D5F-ACE0-33A83C409C59}"/>
    <dgm:cxn modelId="{8ACDA580-0518-4AA4-8A13-FCAC1A20E546}" type="presOf" srcId="{8AD7E166-93C8-4284-82BF-1FE2D9DF4621}" destId="{2F6B08A7-201B-4745-B141-DC7014C53735}" srcOrd="0" destOrd="0" presId="urn:microsoft.com/office/officeart/2008/layout/LinedList"/>
    <dgm:cxn modelId="{69D6569E-CB80-4515-8F51-3BD81C135EFC}" srcId="{0955B4D6-75E8-48EB-AB76-5D71C55D6974}" destId="{01728043-A3AC-4EC1-ADD5-D717FF78A30F}" srcOrd="0" destOrd="0" parTransId="{083FC2B8-2686-43AC-8A68-50946B195F52}" sibTransId="{80EA5CB8-46BB-4EA5-BC22-9C20598BA71B}"/>
    <dgm:cxn modelId="{3143CBBE-8B92-422A-93C6-B187DD53F152}" srcId="{0955B4D6-75E8-48EB-AB76-5D71C55D6974}" destId="{B58B3983-D482-403A-A130-DD476FC077BC}" srcOrd="1" destOrd="0" parTransId="{780099E3-5C8A-4333-80FF-4A30A59C1433}" sibTransId="{ADFE5CA7-6696-4EC0-B102-4603EA4FA592}"/>
    <dgm:cxn modelId="{65A576D3-ADB8-4AB6-ABFC-7D26C7A7CC93}" type="presOf" srcId="{1056A815-772D-4027-BC55-36FD68E99646}" destId="{0A1F820B-C38B-47D8-956B-BCF62237250E}" srcOrd="0" destOrd="0" presId="urn:microsoft.com/office/officeart/2008/layout/LinedList"/>
    <dgm:cxn modelId="{A9A4CCE5-7368-4469-BFC6-338E706E8655}" type="presOf" srcId="{0955B4D6-75E8-48EB-AB76-5D71C55D6974}" destId="{DE2FA31A-A73F-4B2C-A844-2C4D7F6436BE}" srcOrd="0" destOrd="0" presId="urn:microsoft.com/office/officeart/2008/layout/LinedList"/>
    <dgm:cxn modelId="{4DD65122-4E0E-4D07-89B3-2206E8F65DA0}" type="presParOf" srcId="{DE2FA31A-A73F-4B2C-A844-2C4D7F6436BE}" destId="{B7DFB60B-A1CE-4AFF-ACFA-0DBFB27F4A55}" srcOrd="0" destOrd="0" presId="urn:microsoft.com/office/officeart/2008/layout/LinedList"/>
    <dgm:cxn modelId="{BDC2715E-ABAA-49E8-BE91-739715FA8A0B}" type="presParOf" srcId="{DE2FA31A-A73F-4B2C-A844-2C4D7F6436BE}" destId="{1F829FA5-BB7A-4807-92ED-AEA7D9BE599C}" srcOrd="1" destOrd="0" presId="urn:microsoft.com/office/officeart/2008/layout/LinedList"/>
    <dgm:cxn modelId="{EB7CFF0D-A435-4DA0-A026-3C4385DF3A69}" type="presParOf" srcId="{1F829FA5-BB7A-4807-92ED-AEA7D9BE599C}" destId="{BB1730E8-C046-4573-9300-F49F3DA257B1}" srcOrd="0" destOrd="0" presId="urn:microsoft.com/office/officeart/2008/layout/LinedList"/>
    <dgm:cxn modelId="{9BC24CBC-631A-427F-A33E-99BC91A1BDBF}" type="presParOf" srcId="{1F829FA5-BB7A-4807-92ED-AEA7D9BE599C}" destId="{68D7E28A-9BCB-418C-8418-6A9C25E29652}" srcOrd="1" destOrd="0" presId="urn:microsoft.com/office/officeart/2008/layout/LinedList"/>
    <dgm:cxn modelId="{F4F8329C-1003-4588-87F4-4C06E80196CB}" type="presParOf" srcId="{DE2FA31A-A73F-4B2C-A844-2C4D7F6436BE}" destId="{8E780181-42C2-4E0F-9FEF-5D95C773B757}" srcOrd="2" destOrd="0" presId="urn:microsoft.com/office/officeart/2008/layout/LinedList"/>
    <dgm:cxn modelId="{0CB820E3-0560-46D6-9DEE-E3410BF48C4A}" type="presParOf" srcId="{DE2FA31A-A73F-4B2C-A844-2C4D7F6436BE}" destId="{7CF2AB9D-AE5E-4100-A074-9C08DD4E5F5F}" srcOrd="3" destOrd="0" presId="urn:microsoft.com/office/officeart/2008/layout/LinedList"/>
    <dgm:cxn modelId="{2B346831-E92F-465B-9A0B-626D4E40BEC1}" type="presParOf" srcId="{7CF2AB9D-AE5E-4100-A074-9C08DD4E5F5F}" destId="{87623F27-F654-4626-B77D-3E2CAAC5FBA0}" srcOrd="0" destOrd="0" presId="urn:microsoft.com/office/officeart/2008/layout/LinedList"/>
    <dgm:cxn modelId="{F07DA0A6-7E16-465C-A863-D97525359928}" type="presParOf" srcId="{7CF2AB9D-AE5E-4100-A074-9C08DD4E5F5F}" destId="{F51A149D-6DA0-4DF7-8D69-B2C5E1A52036}" srcOrd="1" destOrd="0" presId="urn:microsoft.com/office/officeart/2008/layout/LinedList"/>
    <dgm:cxn modelId="{F7203267-FD7C-47B5-81A4-568E22A0F9BA}" type="presParOf" srcId="{DE2FA31A-A73F-4B2C-A844-2C4D7F6436BE}" destId="{CF991CE9-2486-49C6-8323-574BED766AAA}" srcOrd="4" destOrd="0" presId="urn:microsoft.com/office/officeart/2008/layout/LinedList"/>
    <dgm:cxn modelId="{D4A2F326-87C6-445E-A9A2-0AF27A5A0B86}" type="presParOf" srcId="{DE2FA31A-A73F-4B2C-A844-2C4D7F6436BE}" destId="{02E94AA9-3BB5-4165-9618-D41CE4ED4E67}" srcOrd="5" destOrd="0" presId="urn:microsoft.com/office/officeart/2008/layout/LinedList"/>
    <dgm:cxn modelId="{BE053017-9102-420D-A7E3-1B32AD863EE2}" type="presParOf" srcId="{02E94AA9-3BB5-4165-9618-D41CE4ED4E67}" destId="{37DECAF6-9928-4ACD-8DA7-BEE3599E6811}" srcOrd="0" destOrd="0" presId="urn:microsoft.com/office/officeart/2008/layout/LinedList"/>
    <dgm:cxn modelId="{D8E8045A-1F50-4BA9-B589-5D8FA0ECD8FF}" type="presParOf" srcId="{02E94AA9-3BB5-4165-9618-D41CE4ED4E67}" destId="{1CF328E7-7BF0-4C19-B65F-9F6F6FD08709}" srcOrd="1" destOrd="0" presId="urn:microsoft.com/office/officeart/2008/layout/LinedList"/>
    <dgm:cxn modelId="{213C5DCC-ACB6-4658-BCB1-28BAE6ECFD6B}" type="presParOf" srcId="{DE2FA31A-A73F-4B2C-A844-2C4D7F6436BE}" destId="{DA9281FE-4B3A-4B02-B55C-3E18C8B61A03}" srcOrd="6" destOrd="0" presId="urn:microsoft.com/office/officeart/2008/layout/LinedList"/>
    <dgm:cxn modelId="{504FB844-CE1F-48A8-BCE6-D3BB9F4A3FA0}" type="presParOf" srcId="{DE2FA31A-A73F-4B2C-A844-2C4D7F6436BE}" destId="{6513FECD-AE9E-4315-B60B-03E337347D81}" srcOrd="7" destOrd="0" presId="urn:microsoft.com/office/officeart/2008/layout/LinedList"/>
    <dgm:cxn modelId="{34E24169-A1B3-43A7-9F9C-58773A293B8D}" type="presParOf" srcId="{6513FECD-AE9E-4315-B60B-03E337347D81}" destId="{2F6B08A7-201B-4745-B141-DC7014C53735}" srcOrd="0" destOrd="0" presId="urn:microsoft.com/office/officeart/2008/layout/LinedList"/>
    <dgm:cxn modelId="{26763C2B-9662-48B8-86D8-93BAE502D3DA}" type="presParOf" srcId="{6513FECD-AE9E-4315-B60B-03E337347D81}" destId="{2AB45D0A-0BFC-4EF6-85EA-44012D72D2C9}" srcOrd="1" destOrd="0" presId="urn:microsoft.com/office/officeart/2008/layout/LinedList"/>
    <dgm:cxn modelId="{E8C321F4-9A79-478F-83E2-7929454064F1}" type="presParOf" srcId="{DE2FA31A-A73F-4B2C-A844-2C4D7F6436BE}" destId="{211F0C7A-0F94-4389-BB17-6C4BC38793CE}" srcOrd="8" destOrd="0" presId="urn:microsoft.com/office/officeart/2008/layout/LinedList"/>
    <dgm:cxn modelId="{4DB2E3E9-42BA-4138-931D-8645645DD358}" type="presParOf" srcId="{DE2FA31A-A73F-4B2C-A844-2C4D7F6436BE}" destId="{BD42FAD0-AAD9-47AC-A920-84850B6605BE}" srcOrd="9" destOrd="0" presId="urn:microsoft.com/office/officeart/2008/layout/LinedList"/>
    <dgm:cxn modelId="{F2ABED78-5439-462B-A4AA-0584ED9D8244}" type="presParOf" srcId="{BD42FAD0-AAD9-47AC-A920-84850B6605BE}" destId="{0A1F820B-C38B-47D8-956B-BCF62237250E}" srcOrd="0" destOrd="0" presId="urn:microsoft.com/office/officeart/2008/layout/LinedList"/>
    <dgm:cxn modelId="{7D48FC31-474B-4B92-A7ED-281AAA28D53C}" type="presParOf" srcId="{BD42FAD0-AAD9-47AC-A920-84850B6605BE}" destId="{7B84161B-193D-4B2F-9B1C-C82AAD287A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FB60B-A1CE-4AFF-ACFA-0DBFB27F4A55}">
      <dsp:nvSpPr>
        <dsp:cNvPr id="0" name=""/>
        <dsp:cNvSpPr/>
      </dsp:nvSpPr>
      <dsp:spPr>
        <a:xfrm>
          <a:off x="0" y="642"/>
          <a:ext cx="599013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1730E8-C046-4573-9300-F49F3DA257B1}">
      <dsp:nvSpPr>
        <dsp:cNvPr id="0" name=""/>
        <dsp:cNvSpPr/>
      </dsp:nvSpPr>
      <dsp:spPr>
        <a:xfrm>
          <a:off x="0" y="642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baseline="0" dirty="0"/>
            <a:t>Linear Regression </a:t>
          </a:r>
          <a:endParaRPr lang="en-US" sz="3600" kern="1200" dirty="0"/>
        </a:p>
      </dsp:txBody>
      <dsp:txXfrm>
        <a:off x="0" y="642"/>
        <a:ext cx="5990135" cy="1052153"/>
      </dsp:txXfrm>
    </dsp:sp>
    <dsp:sp modelId="{8E780181-42C2-4E0F-9FEF-5D95C773B757}">
      <dsp:nvSpPr>
        <dsp:cNvPr id="0" name=""/>
        <dsp:cNvSpPr/>
      </dsp:nvSpPr>
      <dsp:spPr>
        <a:xfrm>
          <a:off x="0" y="1052796"/>
          <a:ext cx="599013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623F27-F654-4626-B77D-3E2CAAC5FBA0}">
      <dsp:nvSpPr>
        <dsp:cNvPr id="0" name=""/>
        <dsp:cNvSpPr/>
      </dsp:nvSpPr>
      <dsp:spPr>
        <a:xfrm>
          <a:off x="0" y="1052796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baseline="0" dirty="0"/>
            <a:t>Polynomial Regression</a:t>
          </a:r>
          <a:endParaRPr lang="en-US" sz="3600" kern="1200" dirty="0"/>
        </a:p>
      </dsp:txBody>
      <dsp:txXfrm>
        <a:off x="0" y="1052796"/>
        <a:ext cx="5990135" cy="1052153"/>
      </dsp:txXfrm>
    </dsp:sp>
    <dsp:sp modelId="{CF991CE9-2486-49C6-8323-574BED766AAA}">
      <dsp:nvSpPr>
        <dsp:cNvPr id="0" name=""/>
        <dsp:cNvSpPr/>
      </dsp:nvSpPr>
      <dsp:spPr>
        <a:xfrm>
          <a:off x="0" y="2104950"/>
          <a:ext cx="599013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DECAF6-9928-4ACD-8DA7-BEE3599E6811}">
      <dsp:nvSpPr>
        <dsp:cNvPr id="0" name=""/>
        <dsp:cNvSpPr/>
      </dsp:nvSpPr>
      <dsp:spPr>
        <a:xfrm>
          <a:off x="0" y="2104950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baseline="0" dirty="0"/>
            <a:t>Decision Trees</a:t>
          </a:r>
          <a:endParaRPr lang="en-US" sz="3600" kern="1200" dirty="0"/>
        </a:p>
      </dsp:txBody>
      <dsp:txXfrm>
        <a:off x="0" y="2104950"/>
        <a:ext cx="5990135" cy="1052153"/>
      </dsp:txXfrm>
    </dsp:sp>
    <dsp:sp modelId="{DA9281FE-4B3A-4B02-B55C-3E18C8B61A03}">
      <dsp:nvSpPr>
        <dsp:cNvPr id="0" name=""/>
        <dsp:cNvSpPr/>
      </dsp:nvSpPr>
      <dsp:spPr>
        <a:xfrm>
          <a:off x="0" y="3157103"/>
          <a:ext cx="599013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6B08A7-201B-4745-B141-DC7014C53735}">
      <dsp:nvSpPr>
        <dsp:cNvPr id="0" name=""/>
        <dsp:cNvSpPr/>
      </dsp:nvSpPr>
      <dsp:spPr>
        <a:xfrm>
          <a:off x="0" y="3157103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baseline="0" dirty="0"/>
            <a:t>Random Forest Regression</a:t>
          </a:r>
          <a:endParaRPr lang="en-US" sz="3600" kern="1200" dirty="0"/>
        </a:p>
      </dsp:txBody>
      <dsp:txXfrm>
        <a:off x="0" y="3157103"/>
        <a:ext cx="5990135" cy="1052153"/>
      </dsp:txXfrm>
    </dsp:sp>
    <dsp:sp modelId="{211F0C7A-0F94-4389-BB17-6C4BC38793CE}">
      <dsp:nvSpPr>
        <dsp:cNvPr id="0" name=""/>
        <dsp:cNvSpPr/>
      </dsp:nvSpPr>
      <dsp:spPr>
        <a:xfrm>
          <a:off x="0" y="4209257"/>
          <a:ext cx="599013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A1F820B-C38B-47D8-956B-BCF62237250E}">
      <dsp:nvSpPr>
        <dsp:cNvPr id="0" name=""/>
        <dsp:cNvSpPr/>
      </dsp:nvSpPr>
      <dsp:spPr>
        <a:xfrm>
          <a:off x="0" y="4209257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baseline="0" dirty="0"/>
            <a:t>SVM – SVR </a:t>
          </a:r>
          <a:endParaRPr lang="en-US" sz="3600" kern="1200" dirty="0"/>
        </a:p>
      </dsp:txBody>
      <dsp:txXfrm>
        <a:off x="0" y="4209257"/>
        <a:ext cx="5990135" cy="1052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4D590-DD57-4593-8A26-D5C7D03448E0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63286-7124-4A76-8DB0-B3F2A2EA8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09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3286-7124-4A76-8DB0-B3F2A2EA82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6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3714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1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30198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9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2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8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59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0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9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8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65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1BB6A0B-F9F4-448D-B79D-AF6DE7BB1E11}" type="datetimeFigureOut">
              <a:rPr lang="en-US" smtClean="0"/>
              <a:t>5/8/2018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134F2D5-BCFE-4BA5-8DCB-F40F90F49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B568-1632-480B-A09F-AF6153D0B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35144-A0EA-46E5-A261-916027499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Journey into the world of  ? </a:t>
            </a:r>
          </a:p>
        </p:txBody>
      </p:sp>
    </p:spTree>
    <p:extLst>
      <p:ext uri="{BB962C8B-B14F-4D97-AF65-F5344CB8AC3E}">
        <p14:creationId xmlns:p14="http://schemas.microsoft.com/office/powerpoint/2010/main" val="16677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A776-2302-41C3-A7D2-81E90A5D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00AF2-7AE6-4C73-B417-79AB47072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Machine learning is a field of computer science that uses statistical techniques to give computer systems the ability to "learn" with data, without being explicitly programmed. </a:t>
            </a:r>
          </a:p>
        </p:txBody>
      </p:sp>
    </p:spTree>
    <p:extLst>
      <p:ext uri="{BB962C8B-B14F-4D97-AF65-F5344CB8AC3E}">
        <p14:creationId xmlns:p14="http://schemas.microsoft.com/office/powerpoint/2010/main" val="206035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99ED6D-365F-4CAE-942F-ECA78F74BD7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9EDB27-2FA4-485B-94F6-3542CFDAF96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5580"/>
          <a:stretch/>
        </p:blipFill>
        <p:spPr>
          <a:xfrm>
            <a:off x="1100667" y="746773"/>
            <a:ext cx="9548706" cy="53644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D0FF873-0D97-4AE7-A97E-539910376DC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734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99ED6D-365F-4CAE-942F-ECA78F74BD7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2E1877-3902-4B70-8515-0964EDC30C7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2A5863-EFF7-462C-8FF5-B710B33E263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0333228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0F02D3-9C7C-4FEA-A91C-FBD29A9C2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3569"/>
          <a:stretch/>
        </p:blipFill>
        <p:spPr>
          <a:xfrm>
            <a:off x="688203" y="643467"/>
            <a:ext cx="991643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8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3D270-B19D-4DB8-BD3C-3E707485B51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BDAF94-B52E-4307-B54C-EF413086FC7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A738D-1B21-4D37-936D-FBF6EC3B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Regression Algorithms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DDB5929-78E8-4049-83F3-341C3101D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628567"/>
              </p:ext>
            </p:extLst>
          </p:nvPr>
        </p:nvGraphicFramePr>
        <p:xfrm>
          <a:off x="4658815" y="804672"/>
          <a:ext cx="5990136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969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C42E-4669-40A2-948F-7479604B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4BD22-3774-4976-B33A-BD57F26F3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y = b + b</a:t>
            </a:r>
            <a:r>
              <a:rPr lang="en-US" baseline="-25000" dirty="0"/>
              <a:t>1</a:t>
            </a:r>
            <a:r>
              <a:rPr lang="en-US" dirty="0"/>
              <a:t>X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0C4A52-D8FC-4B72-9A79-FAA3FC196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63448"/>
              </p:ext>
            </p:extLst>
          </p:nvPr>
        </p:nvGraphicFramePr>
        <p:xfrm>
          <a:off x="1729547" y="2417466"/>
          <a:ext cx="1431096" cy="3645403"/>
        </p:xfrm>
        <a:graphic>
          <a:graphicData uri="http://schemas.openxmlformats.org/drawingml/2006/table">
            <a:tbl>
              <a:tblPr/>
              <a:tblGrid>
                <a:gridCol w="715548">
                  <a:extLst>
                    <a:ext uri="{9D8B030D-6E8A-4147-A177-3AD203B41FA5}">
                      <a16:colId xmlns:a16="http://schemas.microsoft.com/office/drawing/2014/main" val="2313054357"/>
                    </a:ext>
                  </a:extLst>
                </a:gridCol>
                <a:gridCol w="715548">
                  <a:extLst>
                    <a:ext uri="{9D8B030D-6E8A-4147-A177-3AD203B41FA5}">
                      <a16:colId xmlns:a16="http://schemas.microsoft.com/office/drawing/2014/main" val="4113718446"/>
                    </a:ext>
                  </a:extLst>
                </a:gridCol>
              </a:tblGrid>
              <a:tr h="3586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YearsExperience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660582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39343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85257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46205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586930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646981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021879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39891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71553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56642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81976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939512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54445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450040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64445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72254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57189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35443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63218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625881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55794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843017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56957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839295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57081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69296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61111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053154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67938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124474"/>
                  </a:ext>
                </a:extLst>
              </a:tr>
              <a:tr h="19333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80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0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BF57-C38D-4627-B4E2-260A89F2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77CD3-CC07-4AF4-9E6B-4D08E20FF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 </a:t>
            </a:r>
          </a:p>
          <a:p>
            <a:r>
              <a:rPr lang="en-US" dirty="0"/>
              <a:t>Plant Growth </a:t>
            </a:r>
          </a:p>
          <a:p>
            <a:r>
              <a:rPr lang="en-US" dirty="0"/>
              <a:t>Variables:</a:t>
            </a:r>
          </a:p>
          <a:p>
            <a:pPr lvl="1"/>
            <a:r>
              <a:rPr lang="en-US" dirty="0"/>
              <a:t>Sunlight</a:t>
            </a:r>
          </a:p>
          <a:p>
            <a:pPr lvl="1"/>
            <a:r>
              <a:rPr lang="en-US" dirty="0"/>
              <a:t>Water Supply</a:t>
            </a:r>
          </a:p>
          <a:p>
            <a:pPr lvl="1"/>
            <a:r>
              <a:rPr lang="en-US" dirty="0"/>
              <a:t>Soil Type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8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80E4-59E6-46CE-9432-97FBBFC0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712E3-7872-4411-AE59-F605EE42A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KNearestNeighbors</a:t>
            </a:r>
            <a:r>
              <a:rPr lang="en-US" dirty="0"/>
              <a:t> Classifier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Decision Tree and Random Forest </a:t>
            </a:r>
          </a:p>
        </p:txBody>
      </p:sp>
    </p:spTree>
    <p:extLst>
      <p:ext uri="{BB962C8B-B14F-4D97-AF65-F5344CB8AC3E}">
        <p14:creationId xmlns:p14="http://schemas.microsoft.com/office/powerpoint/2010/main" val="169159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AF09-170E-495D-A768-132BCD366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KNearestNeighbors</a:t>
            </a:r>
            <a:r>
              <a:rPr lang="en-US" dirty="0"/>
              <a:t> Classification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EC0B99-84D5-4644-9944-BA00DD721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59722"/>
            <a:ext cx="49363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8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6ED227-1402-4F45-ACBD-8B83AEF8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780"/>
            <a:ext cx="11328400" cy="55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2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1E555-DF60-4A52-9A75-9A4A0562CE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6591" y="496957"/>
            <a:ext cx="10111409" cy="56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0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635A-A045-4CE9-9524-0E0D45CF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5DAE-0623-4E02-9102-DF0567C1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 Means </a:t>
            </a:r>
          </a:p>
          <a:p>
            <a:r>
              <a:rPr lang="en-US" dirty="0"/>
              <a:t>Hierarchical Clustering </a:t>
            </a:r>
          </a:p>
          <a:p>
            <a:pPr lvl="1"/>
            <a:r>
              <a:rPr lang="en-US" dirty="0"/>
              <a:t>Agglomerative – Bottom up </a:t>
            </a:r>
          </a:p>
          <a:p>
            <a:pPr lvl="1"/>
            <a:r>
              <a:rPr lang="en-US" dirty="0"/>
              <a:t>Divisive – Top Down</a:t>
            </a:r>
          </a:p>
        </p:txBody>
      </p:sp>
    </p:spTree>
    <p:extLst>
      <p:ext uri="{BB962C8B-B14F-4D97-AF65-F5344CB8AC3E}">
        <p14:creationId xmlns:p14="http://schemas.microsoft.com/office/powerpoint/2010/main" val="3524850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C19A-1BDD-4143-BE21-6A2593AC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en-US"/>
              <a:t>Hierarchial Clustering 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D62498-7C56-435E-A89F-A032CC114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3" y="2217701"/>
            <a:ext cx="8594725" cy="357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1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02737-11B7-4C21-B88D-18A2A7253BE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213360"/>
            <a:ext cx="9966960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0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BC77-360F-47A5-9D40-08553175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C48B-A902-4ADB-A264-414891425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RL agent learns by interacting with its environment and observing the results of these interactions</a:t>
            </a:r>
          </a:p>
          <a:p>
            <a:r>
              <a:rPr lang="en-US" dirty="0"/>
              <a:t>Mimics Human Learning.</a:t>
            </a:r>
          </a:p>
          <a:p>
            <a:r>
              <a:rPr lang="en-US" dirty="0"/>
              <a:t>Rewards and Punishments.</a:t>
            </a:r>
          </a:p>
          <a:p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Gaming | Robotics</a:t>
            </a:r>
          </a:p>
          <a:p>
            <a:r>
              <a:rPr lang="en-US" dirty="0"/>
              <a:t>Facebook Ads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B4F44-A603-43B9-8916-C4F1ACF0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612" y="2828925"/>
            <a:ext cx="31527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5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487D47-D689-497D-A6F1-FDB16D698F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8748" y="265140"/>
            <a:ext cx="9587948" cy="586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09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D804-75CC-43DE-8976-44BB2B78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81BD6-135B-46BA-B658-1A04E661F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Regression, classification and Clustering problems</a:t>
            </a:r>
          </a:p>
          <a:p>
            <a:r>
              <a:rPr lang="en-US" dirty="0"/>
              <a:t>Applications: </a:t>
            </a:r>
          </a:p>
          <a:p>
            <a:pPr lvl="1"/>
            <a:r>
              <a:rPr lang="en-US" dirty="0"/>
              <a:t>Image recognition</a:t>
            </a:r>
          </a:p>
          <a:p>
            <a:pPr lvl="1"/>
            <a:r>
              <a:rPr lang="en-US" dirty="0"/>
              <a:t>Driver less cars</a:t>
            </a:r>
          </a:p>
          <a:p>
            <a:pPr lvl="1"/>
            <a:r>
              <a:rPr lang="en-US" dirty="0"/>
              <a:t>Stock market prediction</a:t>
            </a:r>
          </a:p>
          <a:p>
            <a:pPr marL="27432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8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258C-8A1C-4EBE-A0DA-68DA3A92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415456"/>
            <a:ext cx="9692640" cy="1325562"/>
          </a:xfrm>
        </p:spPr>
        <p:txBody>
          <a:bodyPr/>
          <a:lstStyle/>
          <a:p>
            <a:r>
              <a:rPr lang="en-US" dirty="0"/>
              <a:t>Leveraging 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B8104-885E-4F7B-93FF-C2285565B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13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FA91-AEE6-43C0-A283-3A8BFE77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B257-1A92-4E1E-A2AE-53BBC6A86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506896"/>
            <a:ext cx="8595360" cy="5673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How do I learn ML or Python in a single night?</a:t>
            </a:r>
          </a:p>
          <a:p>
            <a:pPr marL="0" indent="0">
              <a:buNone/>
            </a:pPr>
            <a:endParaRPr lang="en-US" sz="4800" b="1" dirty="0"/>
          </a:p>
          <a:p>
            <a:pPr marL="0" indent="0">
              <a:buNone/>
            </a:pPr>
            <a:r>
              <a:rPr lang="en-US" sz="2000" dirty="0"/>
              <a:t>I would suggest you to move to countries like </a:t>
            </a:r>
            <a:r>
              <a:rPr lang="en-US" sz="2000" b="1" dirty="0"/>
              <a:t>Norway</a:t>
            </a:r>
            <a:r>
              <a:rPr lang="en-US" sz="2000" dirty="0"/>
              <a:t>, </a:t>
            </a:r>
            <a:r>
              <a:rPr lang="en-US" sz="2000" b="1" dirty="0"/>
              <a:t>Sweden</a:t>
            </a:r>
            <a:r>
              <a:rPr lang="en-US" sz="2000" dirty="0"/>
              <a:t>, </a:t>
            </a:r>
            <a:r>
              <a:rPr lang="en-US" sz="2000" b="1" dirty="0"/>
              <a:t>Finland</a:t>
            </a:r>
            <a:r>
              <a:rPr lang="en-US" sz="2000" dirty="0"/>
              <a:t> and places like Alaska and North </a:t>
            </a:r>
            <a:r>
              <a:rPr lang="en-US" sz="2000" b="1" dirty="0"/>
              <a:t>Canada </a:t>
            </a:r>
            <a:r>
              <a:rPr lang="en-US" sz="2000" dirty="0"/>
              <a:t>which experience 6 months of daytime during summer (and 6 months of darkness during winters)</a:t>
            </a:r>
            <a:endParaRPr lang="en-US" sz="2000" b="1" dirty="0"/>
          </a:p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75067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4DEE-AF8A-4A0E-852A-77D3D4D3E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655984"/>
            <a:ext cx="8595360" cy="552415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People thought machines are part of their lives,</a:t>
            </a:r>
          </a:p>
          <a:p>
            <a:pPr marL="0" indent="0">
              <a:buNone/>
            </a:pPr>
            <a:r>
              <a:rPr lang="en-US" sz="2000" dirty="0"/>
              <a:t>      But who knows …One day we might be part of the machines life.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4159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10587</TotalTime>
  <Words>240</Words>
  <Application>Microsoft Office PowerPoint</Application>
  <PresentationFormat>Widescreen</PresentationFormat>
  <Paragraphs>92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Schoolbook</vt:lpstr>
      <vt:lpstr>Wingdings 2</vt:lpstr>
      <vt:lpstr>View</vt:lpstr>
      <vt:lpstr>ML</vt:lpstr>
      <vt:lpstr>Machine Learning</vt:lpstr>
      <vt:lpstr>PowerPoint Presentation</vt:lpstr>
      <vt:lpstr>PowerPoint Presentation</vt:lpstr>
      <vt:lpstr>Regression Algorithms</vt:lpstr>
      <vt:lpstr>Linear Regression</vt:lpstr>
      <vt:lpstr>Polynomial Regression</vt:lpstr>
      <vt:lpstr>Classification Algorithms</vt:lpstr>
      <vt:lpstr>KNearestNeighbors Classification </vt:lpstr>
      <vt:lpstr>PowerPoint Presentation</vt:lpstr>
      <vt:lpstr>PowerPoint Presentation</vt:lpstr>
      <vt:lpstr>Clustering Algorithms</vt:lpstr>
      <vt:lpstr>Hierarchial Clustering </vt:lpstr>
      <vt:lpstr>PowerPoint Presentation</vt:lpstr>
      <vt:lpstr>Reinforcement Learning </vt:lpstr>
      <vt:lpstr>PowerPoint Presentation</vt:lpstr>
      <vt:lpstr>Neural Networks</vt:lpstr>
      <vt:lpstr>Leveraging Python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Varma K, Mani Teja</dc:creator>
  <cp:lastModifiedBy>Varma K, Mani Teja</cp:lastModifiedBy>
  <cp:revision>21</cp:revision>
  <dcterms:created xsi:type="dcterms:W3CDTF">2018-05-01T16:17:48Z</dcterms:created>
  <dcterms:modified xsi:type="dcterms:W3CDTF">2018-05-14T03:17:18Z</dcterms:modified>
</cp:coreProperties>
</file>